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8839200" cy="1470025"/>
          </a:xfrm>
        </p:spPr>
        <p:txBody>
          <a:bodyPr>
            <a:normAutofit fontScale="90000"/>
          </a:bodyPr>
          <a:lstStyle/>
          <a:p>
            <a:r>
              <a:rPr dirty="0"/>
              <a:t>🧠 Brain Tumor MRI Image Classification</a:t>
            </a:r>
            <a:r>
              <a:rPr lang="en-US" dirty="0"/>
              <a:t>   – Deep Learning Project</a:t>
            </a:r>
            <a:endParaRPr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783E14B-1892-E867-AF2F-22BF77A5F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386" y="5594553"/>
            <a:ext cx="2718619" cy="68825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Presented</a:t>
            </a:r>
            <a:r>
              <a:rPr dirty="0"/>
              <a:t> by: </a:t>
            </a:r>
            <a:endParaRPr lang="en-US" dirty="0"/>
          </a:p>
          <a:p>
            <a:r>
              <a:rPr dirty="0"/>
              <a:t>S. Priya Roshin</a:t>
            </a:r>
            <a:r>
              <a:rPr lang="en-US" dirty="0"/>
              <a:t>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Develop a deep learning model to classify brain MRI images into four categories:</a:t>
            </a:r>
          </a:p>
          <a:p>
            <a:pPr marL="800100" lvl="2" indent="0">
              <a:buNone/>
            </a:pPr>
            <a:r>
              <a:rPr sz="2200" dirty="0"/>
              <a:t>- Glioma</a:t>
            </a:r>
          </a:p>
          <a:p>
            <a:pPr marL="800100" lvl="2" indent="0">
              <a:buNone/>
            </a:pPr>
            <a:r>
              <a:rPr sz="2200" dirty="0"/>
              <a:t>- Meningioma</a:t>
            </a:r>
          </a:p>
          <a:p>
            <a:pPr marL="800100" lvl="2" indent="0">
              <a:buNone/>
            </a:pPr>
            <a:r>
              <a:rPr sz="2200" dirty="0"/>
              <a:t>- Pituitary Tumor</a:t>
            </a:r>
          </a:p>
          <a:p>
            <a:pPr marL="800100" lvl="2" indent="0">
              <a:buNone/>
            </a:pPr>
            <a:r>
              <a:rPr sz="2200" dirty="0"/>
              <a:t>- No Tumor</a:t>
            </a:r>
          </a:p>
          <a:p>
            <a:pPr marL="0" indent="0">
              <a:buNone/>
            </a:pPr>
            <a:endParaRPr sz="2200" dirty="0"/>
          </a:p>
          <a:p>
            <a:r>
              <a:rPr sz="2200" dirty="0"/>
              <a:t>Train both a Custom CNN and Transfer Learning models (ResNet50, MobileNetV2, InceptionV3, EfficientNetB0).</a:t>
            </a:r>
          </a:p>
          <a:p>
            <a:r>
              <a:rPr sz="2200" dirty="0"/>
              <a:t>Fine-tune models and deploy the best one using </a:t>
            </a:r>
            <a:r>
              <a:rPr sz="2200" dirty="0" err="1"/>
              <a:t>Streamlit</a:t>
            </a:r>
            <a:r>
              <a:rPr sz="2200" dirty="0"/>
              <a:t> for real-time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Dataset organized into train/valid/test directories.</a:t>
            </a:r>
          </a:p>
          <a:p>
            <a:r>
              <a:rPr sz="2200" dirty="0"/>
              <a:t>Classes: Glioma, Meningioma, Pituitary, No Tumor</a:t>
            </a:r>
          </a:p>
          <a:p>
            <a:r>
              <a:rPr sz="2200" dirty="0"/>
              <a:t>Image Size: 224x224 pixels, Normalized to [0,1]</a:t>
            </a:r>
          </a:p>
          <a:p>
            <a:r>
              <a:rPr sz="2200" dirty="0"/>
              <a:t>Augmentation: rotation, zoom, flip, brightness adjustment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90155" cy="4525963"/>
          </a:xfrm>
        </p:spPr>
        <p:txBody>
          <a:bodyPr>
            <a:normAutofit/>
          </a:bodyPr>
          <a:lstStyle/>
          <a:p>
            <a:r>
              <a:rPr sz="2200" dirty="0"/>
              <a:t>1️⃣ Data Preprocessing</a:t>
            </a:r>
            <a:r>
              <a:rPr lang="en-US" sz="2200" dirty="0"/>
              <a:t>- </a:t>
            </a:r>
            <a:r>
              <a:rPr sz="2200" dirty="0"/>
              <a:t> Image resizing, normalization, augmentation</a:t>
            </a:r>
          </a:p>
          <a:p>
            <a:endParaRPr sz="2200" dirty="0"/>
          </a:p>
          <a:p>
            <a:r>
              <a:rPr sz="2200" dirty="0"/>
              <a:t>2️⃣ Model Development</a:t>
            </a:r>
            <a:r>
              <a:rPr lang="en-US" sz="2200" dirty="0"/>
              <a:t>-</a:t>
            </a:r>
            <a:r>
              <a:rPr sz="2200" dirty="0"/>
              <a:t> Custom CNN and Transfer Learning Models</a:t>
            </a:r>
            <a:r>
              <a:rPr lang="en-US" sz="2200" dirty="0"/>
              <a:t> (</a:t>
            </a:r>
            <a:r>
              <a:rPr lang="en-IN" sz="2200" dirty="0"/>
              <a:t>ResNet50, </a:t>
            </a:r>
            <a:r>
              <a:rPr lang="en-IN" sz="2200" dirty="0" err="1"/>
              <a:t>MobileNet</a:t>
            </a:r>
            <a:r>
              <a:rPr lang="en-IN" sz="2200" dirty="0"/>
              <a:t>, InceptionV3, EfficientNetB0)</a:t>
            </a:r>
            <a:endParaRPr sz="2200" dirty="0"/>
          </a:p>
          <a:p>
            <a:endParaRPr sz="2200" dirty="0"/>
          </a:p>
          <a:p>
            <a:r>
              <a:rPr sz="2200" dirty="0"/>
              <a:t>3️⃣ Training</a:t>
            </a:r>
            <a:r>
              <a:rPr lang="en-US" sz="2200" dirty="0"/>
              <a:t>- </a:t>
            </a:r>
            <a:r>
              <a:rPr sz="2200" dirty="0"/>
              <a:t>Adam optimizer, </a:t>
            </a:r>
            <a:r>
              <a:rPr sz="2200" dirty="0" err="1"/>
              <a:t>EarlyStopping</a:t>
            </a:r>
            <a:r>
              <a:rPr sz="2200" dirty="0"/>
              <a:t>,</a:t>
            </a:r>
            <a:r>
              <a:rPr lang="en-US" sz="2200" dirty="0"/>
              <a:t> </a:t>
            </a:r>
            <a:r>
              <a:rPr sz="2200" dirty="0" err="1"/>
              <a:t>ModelCheckpoint</a:t>
            </a:r>
            <a:r>
              <a:rPr sz="2200" dirty="0"/>
              <a:t>, </a:t>
            </a:r>
            <a:r>
              <a:rPr sz="2200" dirty="0" err="1"/>
              <a:t>ReduceLROnPlateau</a:t>
            </a:r>
            <a:endParaRPr sz="2200" dirty="0"/>
          </a:p>
          <a:p>
            <a:endParaRPr sz="2200" dirty="0"/>
          </a:p>
          <a:p>
            <a:r>
              <a:rPr sz="2200" dirty="0"/>
              <a:t>4️⃣ Evaluation Metrics: Accuracy, Precision, Recall, F1-score,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Architectures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C1E300-D33C-3C5F-4C59-7826EE03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endParaRPr sz="2200" dirty="0"/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CNN (Custom from scratch)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ResNet50 </a:t>
            </a:r>
            <a:endParaRPr lang="en-US" sz="2200" dirty="0"/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</a:t>
            </a:r>
            <a:r>
              <a:rPr sz="2200" dirty="0" err="1"/>
              <a:t>MobileNet</a:t>
            </a:r>
            <a:r>
              <a:rPr sz="2200" dirty="0"/>
              <a:t> </a:t>
            </a:r>
            <a:endParaRPr lang="en-US" sz="2200" dirty="0"/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InceptionV3 </a:t>
            </a:r>
            <a:endParaRPr lang="en-US" sz="2200" dirty="0"/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EfficientNetB0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Model Performance:</a:t>
            </a:r>
          </a:p>
          <a:p>
            <a:endParaRPr dirty="0"/>
          </a:p>
          <a:p>
            <a:r>
              <a:rPr dirty="0"/>
              <a:t>Custom CNN – </a:t>
            </a:r>
            <a:r>
              <a:rPr lang="en-US" dirty="0"/>
              <a:t>75.61</a:t>
            </a:r>
            <a:r>
              <a:rPr dirty="0"/>
              <a:t>%</a:t>
            </a:r>
          </a:p>
          <a:p>
            <a:r>
              <a:rPr dirty="0"/>
              <a:t>ResNet50 – </a:t>
            </a:r>
            <a:r>
              <a:rPr lang="en-US" dirty="0"/>
              <a:t>69.11</a:t>
            </a:r>
            <a:r>
              <a:rPr dirty="0"/>
              <a:t>%</a:t>
            </a:r>
          </a:p>
          <a:p>
            <a:r>
              <a:rPr dirty="0"/>
              <a:t>MobileNetV2 – </a:t>
            </a:r>
            <a:r>
              <a:rPr lang="en-US" dirty="0"/>
              <a:t>84.96</a:t>
            </a:r>
            <a:r>
              <a:rPr dirty="0"/>
              <a:t>%</a:t>
            </a:r>
          </a:p>
          <a:p>
            <a:r>
              <a:rPr dirty="0"/>
              <a:t>EfficientNetB0 – </a:t>
            </a:r>
            <a:r>
              <a:rPr lang="en-US" dirty="0"/>
              <a:t>43.90</a:t>
            </a:r>
            <a:r>
              <a:rPr dirty="0"/>
              <a:t>%</a:t>
            </a:r>
          </a:p>
          <a:p>
            <a:r>
              <a:rPr dirty="0"/>
              <a:t>InceptionV3 – </a:t>
            </a:r>
            <a:r>
              <a:rPr lang="en-US" dirty="0"/>
              <a:t>87.40</a:t>
            </a:r>
            <a:r>
              <a:rPr dirty="0"/>
              <a:t>%</a:t>
            </a:r>
          </a:p>
          <a:p>
            <a:endParaRPr dirty="0"/>
          </a:p>
          <a:p>
            <a:r>
              <a:rPr dirty="0"/>
              <a:t>✅ Best Model: InceptionV3 (Fine-tuned)</a:t>
            </a:r>
          </a:p>
          <a:p>
            <a:r>
              <a:rPr dirty="0"/>
              <a:t>   • Train Accuracy: 9</a:t>
            </a:r>
            <a:r>
              <a:rPr lang="en-US" dirty="0"/>
              <a:t>4.69</a:t>
            </a:r>
            <a:r>
              <a:rPr dirty="0"/>
              <a:t>%</a:t>
            </a:r>
          </a:p>
          <a:p>
            <a:r>
              <a:rPr dirty="0"/>
              <a:t>   • Validation Accuracy: </a:t>
            </a:r>
            <a:r>
              <a:rPr lang="en-US" dirty="0"/>
              <a:t>89.84</a:t>
            </a:r>
            <a:r>
              <a:rPr dirty="0"/>
              <a:t>%</a:t>
            </a:r>
          </a:p>
          <a:p>
            <a:r>
              <a:rPr dirty="0"/>
              <a:t>   • Test Accuracy: 8</a:t>
            </a:r>
            <a:r>
              <a:rPr lang="en-US" dirty="0"/>
              <a:t>7.40</a:t>
            </a:r>
            <a:r>
              <a:rPr dirty="0"/>
              <a:t>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200" dirty="0"/>
              <a:t>Training vs Validation accuracy/loss plots</a:t>
            </a:r>
          </a:p>
          <a:p>
            <a:r>
              <a:rPr sz="2200" dirty="0"/>
              <a:t>Confusion matrix for all models</a:t>
            </a:r>
          </a:p>
          <a:p>
            <a:r>
              <a:rPr lang="en-US" sz="2200" dirty="0"/>
              <a:t>Model Comparison Graphs</a:t>
            </a:r>
            <a:endParaRPr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500"/>
              </a:spcAft>
              <a:buNone/>
              <a:defRPr sz="2000"/>
            </a:pPr>
            <a:r>
              <a:rPr lang="en-US" sz="2200" dirty="0"/>
              <a:t>• </a:t>
            </a:r>
            <a:r>
              <a:rPr sz="2200" dirty="0"/>
              <a:t>Upload MRI image and predict tumor type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lang="en-US" sz="2200" dirty="0"/>
              <a:t>• Displays predicted category and confidence %.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lang="en-US" sz="2200" dirty="0"/>
              <a:t>• Bar chart showing class probabilities.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200" dirty="0"/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Transfer Learning outperformed CNN.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</a:t>
            </a:r>
            <a:r>
              <a:rPr lang="en-US" sz="2200" dirty="0"/>
              <a:t>InceptionV3</a:t>
            </a:r>
            <a:r>
              <a:rPr sz="2200" dirty="0"/>
              <a:t> achieved best accuracy (</a:t>
            </a:r>
            <a:r>
              <a:rPr lang="en-US" sz="2200" dirty="0"/>
              <a:t>87.40</a:t>
            </a:r>
            <a:r>
              <a:rPr sz="2200" dirty="0"/>
              <a:t>%).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Fine-tuning and augmentation improved results.</a:t>
            </a:r>
          </a:p>
          <a:p>
            <a:pPr marL="0" indent="0">
              <a:spcAft>
                <a:spcPts val="500"/>
              </a:spcAft>
              <a:buNone/>
              <a:defRPr sz="2000"/>
            </a:pPr>
            <a:r>
              <a:rPr sz="2200" dirty="0"/>
              <a:t>• </a:t>
            </a:r>
            <a:r>
              <a:rPr sz="2200" dirty="0" err="1"/>
              <a:t>Streamlit</a:t>
            </a:r>
            <a:r>
              <a:rPr sz="2200" dirty="0"/>
              <a:t> made real-time predictions possible.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200" dirty="0"/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Programming: Python</a:t>
            </a:r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Deep Learning: TensorFlow, </a:t>
            </a:r>
            <a:r>
              <a:rPr sz="2200" dirty="0" err="1"/>
              <a:t>Keras</a:t>
            </a:r>
            <a:endParaRPr sz="2200" dirty="0"/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Visualization: Matplotlib, Seaborn, </a:t>
            </a:r>
            <a:r>
              <a:rPr sz="2200" dirty="0" err="1"/>
              <a:t>Plotly</a:t>
            </a:r>
            <a:endParaRPr sz="2200" dirty="0"/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Deployment: </a:t>
            </a:r>
            <a:r>
              <a:rPr sz="2200" dirty="0" err="1"/>
              <a:t>Streamlit</a:t>
            </a:r>
            <a:endParaRPr sz="2200" dirty="0"/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Evaluation: Scikit-learn</a:t>
            </a:r>
          </a:p>
          <a:p>
            <a:pPr>
              <a:spcAft>
                <a:spcPts val="500"/>
              </a:spcAft>
              <a:defRPr sz="2000"/>
            </a:pPr>
            <a:r>
              <a:rPr sz="2200" dirty="0"/>
              <a:t>Environment: Google Colab, VS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200" dirty="0"/>
              <a:t>✅ Successfully classified Brain MRI images into 4 categories.</a:t>
            </a:r>
          </a:p>
          <a:p>
            <a:pPr marL="0" indent="0">
              <a:buNone/>
            </a:pPr>
            <a:r>
              <a:rPr sz="2200" dirty="0"/>
              <a:t>✅ Achieved highest accuracy with InceptionV3 (Fine-tuned).</a:t>
            </a:r>
          </a:p>
          <a:p>
            <a:pPr marL="0" indent="0">
              <a:buNone/>
            </a:pPr>
            <a:r>
              <a:rPr sz="2200" dirty="0"/>
              <a:t>✅ Deployed a user-friendly </a:t>
            </a:r>
            <a:r>
              <a:rPr sz="2200" dirty="0" err="1"/>
              <a:t>Streamlit</a:t>
            </a:r>
            <a:r>
              <a:rPr sz="2200" dirty="0"/>
              <a:t> app for real-time predictions.</a:t>
            </a:r>
            <a:endParaRPr lang="en-US" sz="2200" dirty="0"/>
          </a:p>
          <a:p>
            <a:endParaRPr lang="en-IN" sz="2200" dirty="0"/>
          </a:p>
          <a:p>
            <a:pPr marL="0" indent="0">
              <a:buNone/>
            </a:pPr>
            <a:r>
              <a:rPr lang="en-US" sz="2200" dirty="0"/>
              <a:t>💡 Result: A complete deep learning project pipeline.</a:t>
            </a:r>
          </a:p>
          <a:p>
            <a:endParaRPr sz="2200" dirty="0"/>
          </a:p>
          <a:p>
            <a:pPr marL="0" indent="0">
              <a:buNone/>
            </a:pPr>
            <a:endParaRPr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389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🧠 Brain Tumor MRI Image Classification   – Deep Learning Project</vt:lpstr>
      <vt:lpstr>Project Objective</vt:lpstr>
      <vt:lpstr>Dataset Overview</vt:lpstr>
      <vt:lpstr>Methodology</vt:lpstr>
      <vt:lpstr>Model Architectures</vt:lpstr>
      <vt:lpstr>Model Comparison</vt:lpstr>
      <vt:lpstr>Visualization</vt:lpstr>
      <vt:lpstr>Streamlit Application</vt:lpstr>
      <vt:lpstr>Key Insights</vt:lpstr>
      <vt:lpstr>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roshinil.priya2@outlook.com</cp:lastModifiedBy>
  <cp:revision>5</cp:revision>
  <dcterms:created xsi:type="dcterms:W3CDTF">2013-01-27T09:14:16Z</dcterms:created>
  <dcterms:modified xsi:type="dcterms:W3CDTF">2025-11-09T11:40:01Z</dcterms:modified>
  <cp:category/>
</cp:coreProperties>
</file>